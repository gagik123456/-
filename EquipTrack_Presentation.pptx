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Информация об оборудовании
разбросана везде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0233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  <a:latin typeface="Calibri"/>
              </a:rPr>
              <a:t>Как мы это исправляем за 8 часов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029200"/>
            <a:ext cx="237744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0292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EquipTrack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5120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8 класс · 5 человек · 8 часов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</a:rPr>
              <a:t>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Данные об оборудовании
нельзя найти быстро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377440"/>
            <a:ext cx="3474720" cy="2286000"/>
          </a:xfrm>
          <a:prstGeom prst="rect">
            <a:avLst/>
          </a:prstGeom>
          <a:solidFill>
            <a:srgbClr val="1C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5146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15468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Тетрадки
у мастеров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40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Уходит сотрудник —
данные пропадают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2377440"/>
            <a:ext cx="3474720" cy="2286000"/>
          </a:xfrm>
          <a:prstGeom prst="rect">
            <a:avLst/>
          </a:prstGeom>
          <a:solidFill>
            <a:srgbClr val="1C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5146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15468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Excel
на компьютере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840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У каждого свой файл,
не синхронизировано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2377440"/>
            <a:ext cx="3474720" cy="2286000"/>
          </a:xfrm>
          <a:prstGeom prst="rect">
            <a:avLst/>
          </a:prstGeom>
          <a:solidFill>
            <a:srgbClr val="1C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25146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315468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В голове
сотрудника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3840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30–60 минут тратится
на поиск информации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83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94A3B8"/>
                </a:solidFill>
                <a:latin typeface="Calibri"/>
              </a:rPr>
              <a:t>«Нет единого места, где можно увидеть всё оборудование сразу»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</a:rPr>
              <a:t>Кто и где страдает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Ежедневная боль на любом предприятии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01368"/>
            <a:ext cx="164592" cy="1645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Мастера и техники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Ищут историю ремонтов
вместо работы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18688"/>
            <a:ext cx="164592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108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Руководители цехов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2044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Не видят, что сломано
и что скоро сломается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636008"/>
            <a:ext cx="164592" cy="16459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526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Директора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9377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Оборудование ломается
внезапно — простой = деньги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554480"/>
            <a:ext cx="36576" cy="4114800"/>
          </a:xfrm>
          <a:prstGeom prst="rect">
            <a:avLst/>
          </a:prstGeom>
          <a:solidFill>
            <a:srgbClr val="2D3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6916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563EB"/>
                </a:solidFill>
                <a:latin typeface="Calibri"/>
              </a:rP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76479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рабочего времени
тратится на поиск данных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10896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9E0B"/>
                </a:solidFill>
                <a:latin typeface="Calibri"/>
              </a:rPr>
              <a:t>≈1 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18211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уходит на поиск
истории одного ремонта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52628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F4444"/>
                </a:solidFill>
                <a:latin typeface="Calibri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59943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данных теряется
при уходе сотрудника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</a:rPr>
              <a:t>Наше 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QR-код на каждом станке →
Вся история в телефоне за 3 секунды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2560320"/>
            <a:ext cx="2468880" cy="2560320"/>
          </a:xfrm>
          <a:prstGeom prst="rect">
            <a:avLst/>
          </a:prstGeom>
          <a:solidFill>
            <a:srgbClr val="1C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697480"/>
            <a:ext cx="4572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QR-код
на корпусе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77639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Наклеиваем на
каждый станок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2560320"/>
            <a:ext cx="2468880" cy="2560320"/>
          </a:xfrm>
          <a:prstGeom prst="rect">
            <a:avLst/>
          </a:prstGeom>
          <a:solidFill>
            <a:srgbClr val="1C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40" y="2697480"/>
            <a:ext cx="45720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24612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Сканируй
телефоном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977639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Открывает карточку
в браузере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2560320"/>
            <a:ext cx="2468880" cy="2560320"/>
          </a:xfrm>
          <a:prstGeom prst="rect">
            <a:avLst/>
          </a:prstGeom>
          <a:solidFill>
            <a:srgbClr val="1C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697480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24612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Карточка
оборудования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977639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Статус, история,
следующее ТО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3960" y="2560320"/>
            <a:ext cx="2468880" cy="2560320"/>
          </a:xfrm>
          <a:prstGeom prst="rect">
            <a:avLst/>
          </a:prstGeom>
          <a:solidFill>
            <a:srgbClr val="1C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40" y="2697480"/>
            <a:ext cx="457200" cy="4572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324612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База данных
в облаке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977639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Google Sheets —
бесплатно и просто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5349240"/>
            <a:ext cx="1097280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3492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Один QR-код заменяет тетрадки, Excel и звонки коллегам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